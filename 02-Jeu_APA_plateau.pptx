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Cocomat Pro Bold" charset="1" panose="00000700000000000000"/>
      <p:regular r:id="rId7"/>
    </p:embeddedFont>
    <p:embeddedFont>
      <p:font typeface="The Seasons" charset="1" panose="00000000000000000000"/>
      <p:regular r:id="rId8"/>
    </p:embeddedFont>
    <p:embeddedFont>
      <p:font typeface="Open Sans" charset="1" panose="020B0606030504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B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60078">
            <a:off x="846752" y="2477848"/>
            <a:ext cx="1603316" cy="1340955"/>
          </a:xfrm>
          <a:custGeom>
            <a:avLst/>
            <a:gdLst/>
            <a:ahLst/>
            <a:cxnLst/>
            <a:rect r="r" b="b" t="t" l="l"/>
            <a:pathLst>
              <a:path h="1340955" w="1603316">
                <a:moveTo>
                  <a:pt x="0" y="0"/>
                </a:moveTo>
                <a:lnTo>
                  <a:pt x="1603316" y="0"/>
                </a:lnTo>
                <a:lnTo>
                  <a:pt x="1603316" y="1340955"/>
                </a:lnTo>
                <a:lnTo>
                  <a:pt x="0" y="1340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50254" y="3148326"/>
            <a:ext cx="1621380" cy="1615300"/>
          </a:xfrm>
          <a:custGeom>
            <a:avLst/>
            <a:gdLst/>
            <a:ahLst/>
            <a:cxnLst/>
            <a:rect r="r" b="b" t="t" l="l"/>
            <a:pathLst>
              <a:path h="1615300" w="1621380">
                <a:moveTo>
                  <a:pt x="0" y="0"/>
                </a:moveTo>
                <a:lnTo>
                  <a:pt x="1621381" y="0"/>
                </a:lnTo>
                <a:lnTo>
                  <a:pt x="1621381" y="1615300"/>
                </a:lnTo>
                <a:lnTo>
                  <a:pt x="0" y="16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0186381">
            <a:off x="7230619" y="3958068"/>
            <a:ext cx="4373610" cy="3872632"/>
          </a:xfrm>
          <a:custGeom>
            <a:avLst/>
            <a:gdLst/>
            <a:ahLst/>
            <a:cxnLst/>
            <a:rect r="r" b="b" t="t" l="l"/>
            <a:pathLst>
              <a:path h="3872632" w="4373610">
                <a:moveTo>
                  <a:pt x="4373609" y="3872633"/>
                </a:moveTo>
                <a:lnTo>
                  <a:pt x="0" y="3872633"/>
                </a:lnTo>
                <a:lnTo>
                  <a:pt x="0" y="0"/>
                </a:lnTo>
                <a:lnTo>
                  <a:pt x="4373609" y="0"/>
                </a:lnTo>
                <a:lnTo>
                  <a:pt x="4373609" y="3872633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8352452" y="3955976"/>
            <a:ext cx="4373610" cy="3872632"/>
          </a:xfrm>
          <a:custGeom>
            <a:avLst/>
            <a:gdLst/>
            <a:ahLst/>
            <a:cxnLst/>
            <a:rect r="r" b="b" t="t" l="l"/>
            <a:pathLst>
              <a:path h="3872632" w="4373610">
                <a:moveTo>
                  <a:pt x="4373610" y="3872632"/>
                </a:moveTo>
                <a:lnTo>
                  <a:pt x="0" y="3872632"/>
                </a:lnTo>
                <a:lnTo>
                  <a:pt x="0" y="0"/>
                </a:lnTo>
                <a:lnTo>
                  <a:pt x="4373610" y="0"/>
                </a:lnTo>
                <a:lnTo>
                  <a:pt x="4373610" y="3872632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8100000">
            <a:off x="7185646" y="5074867"/>
            <a:ext cx="1581107" cy="1691846"/>
          </a:xfrm>
          <a:custGeom>
            <a:avLst/>
            <a:gdLst/>
            <a:ahLst/>
            <a:cxnLst/>
            <a:rect r="r" b="b" t="t" l="l"/>
            <a:pathLst>
              <a:path h="1691846" w="1581107">
                <a:moveTo>
                  <a:pt x="1581107" y="0"/>
                </a:moveTo>
                <a:lnTo>
                  <a:pt x="0" y="0"/>
                </a:lnTo>
                <a:lnTo>
                  <a:pt x="0" y="1691846"/>
                </a:lnTo>
                <a:lnTo>
                  <a:pt x="1581107" y="1691846"/>
                </a:lnTo>
                <a:lnTo>
                  <a:pt x="158110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732856">
            <a:off x="153472" y="5523339"/>
            <a:ext cx="1866996" cy="1775344"/>
          </a:xfrm>
          <a:custGeom>
            <a:avLst/>
            <a:gdLst/>
            <a:ahLst/>
            <a:cxnLst/>
            <a:rect r="r" b="b" t="t" l="l"/>
            <a:pathLst>
              <a:path h="1775344" w="1866996">
                <a:moveTo>
                  <a:pt x="0" y="0"/>
                </a:moveTo>
                <a:lnTo>
                  <a:pt x="1866996" y="0"/>
                </a:lnTo>
                <a:lnTo>
                  <a:pt x="1866996" y="1775344"/>
                </a:lnTo>
                <a:lnTo>
                  <a:pt x="0" y="1775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189973">
            <a:off x="2583367" y="5249508"/>
            <a:ext cx="1695301" cy="1721162"/>
          </a:xfrm>
          <a:custGeom>
            <a:avLst/>
            <a:gdLst/>
            <a:ahLst/>
            <a:cxnLst/>
            <a:rect r="r" b="b" t="t" l="l"/>
            <a:pathLst>
              <a:path h="1721162" w="1695301">
                <a:moveTo>
                  <a:pt x="0" y="0"/>
                </a:moveTo>
                <a:lnTo>
                  <a:pt x="1695302" y="0"/>
                </a:lnTo>
                <a:lnTo>
                  <a:pt x="1695302" y="1721162"/>
                </a:lnTo>
                <a:lnTo>
                  <a:pt x="0" y="17211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9397912">
            <a:off x="4223264" y="5549271"/>
            <a:ext cx="1970165" cy="1290458"/>
          </a:xfrm>
          <a:custGeom>
            <a:avLst/>
            <a:gdLst/>
            <a:ahLst/>
            <a:cxnLst/>
            <a:rect r="r" b="b" t="t" l="l"/>
            <a:pathLst>
              <a:path h="1290458" w="1970165">
                <a:moveTo>
                  <a:pt x="0" y="1290459"/>
                </a:moveTo>
                <a:lnTo>
                  <a:pt x="1970165" y="1290459"/>
                </a:lnTo>
                <a:lnTo>
                  <a:pt x="1970165" y="0"/>
                </a:lnTo>
                <a:lnTo>
                  <a:pt x="0" y="0"/>
                </a:lnTo>
                <a:lnTo>
                  <a:pt x="0" y="1290459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00000">
            <a:off x="7065394" y="2835378"/>
            <a:ext cx="1829805" cy="1530382"/>
          </a:xfrm>
          <a:custGeom>
            <a:avLst/>
            <a:gdLst/>
            <a:ahLst/>
            <a:cxnLst/>
            <a:rect r="r" b="b" t="t" l="l"/>
            <a:pathLst>
              <a:path h="1530382" w="1829805">
                <a:moveTo>
                  <a:pt x="0" y="0"/>
                </a:moveTo>
                <a:lnTo>
                  <a:pt x="1829805" y="0"/>
                </a:lnTo>
                <a:lnTo>
                  <a:pt x="1829805" y="1530382"/>
                </a:lnTo>
                <a:lnTo>
                  <a:pt x="0" y="15303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165358">
            <a:off x="2480780" y="2697582"/>
            <a:ext cx="1655452" cy="1655452"/>
          </a:xfrm>
          <a:custGeom>
            <a:avLst/>
            <a:gdLst/>
            <a:ahLst/>
            <a:cxnLst/>
            <a:rect r="r" b="b" t="t" l="l"/>
            <a:pathLst>
              <a:path h="1655452" w="1655452">
                <a:moveTo>
                  <a:pt x="0" y="0"/>
                </a:moveTo>
                <a:lnTo>
                  <a:pt x="1655452" y="0"/>
                </a:lnTo>
                <a:lnTo>
                  <a:pt x="1655452" y="1655451"/>
                </a:lnTo>
                <a:lnTo>
                  <a:pt x="0" y="165545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310451">
            <a:off x="8298362" y="3962427"/>
            <a:ext cx="1087250" cy="1277239"/>
          </a:xfrm>
          <a:custGeom>
            <a:avLst/>
            <a:gdLst/>
            <a:ahLst/>
            <a:cxnLst/>
            <a:rect r="r" b="b" t="t" l="l"/>
            <a:pathLst>
              <a:path h="1277239" w="1087250">
                <a:moveTo>
                  <a:pt x="0" y="0"/>
                </a:moveTo>
                <a:lnTo>
                  <a:pt x="1087250" y="0"/>
                </a:lnTo>
                <a:lnTo>
                  <a:pt x="1087250" y="1277240"/>
                </a:lnTo>
                <a:lnTo>
                  <a:pt x="0" y="127724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49874">
            <a:off x="5433020" y="2942674"/>
            <a:ext cx="1511722" cy="1511722"/>
          </a:xfrm>
          <a:custGeom>
            <a:avLst/>
            <a:gdLst/>
            <a:ahLst/>
            <a:cxnLst/>
            <a:rect r="r" b="b" t="t" l="l"/>
            <a:pathLst>
              <a:path h="1511722" w="1511722">
                <a:moveTo>
                  <a:pt x="0" y="0"/>
                </a:moveTo>
                <a:lnTo>
                  <a:pt x="1511722" y="0"/>
                </a:lnTo>
                <a:lnTo>
                  <a:pt x="1511722" y="1511722"/>
                </a:lnTo>
                <a:lnTo>
                  <a:pt x="0" y="151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439088">
            <a:off x="1625802" y="908528"/>
            <a:ext cx="1385401" cy="1482433"/>
          </a:xfrm>
          <a:custGeom>
            <a:avLst/>
            <a:gdLst/>
            <a:ahLst/>
            <a:cxnLst/>
            <a:rect r="r" b="b" t="t" l="l"/>
            <a:pathLst>
              <a:path h="1482433" w="1385401">
                <a:moveTo>
                  <a:pt x="0" y="0"/>
                </a:moveTo>
                <a:lnTo>
                  <a:pt x="1385401" y="0"/>
                </a:lnTo>
                <a:lnTo>
                  <a:pt x="1385401" y="1482433"/>
                </a:lnTo>
                <a:lnTo>
                  <a:pt x="0" y="14824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74760">
            <a:off x="1643708" y="6024634"/>
            <a:ext cx="1197921" cy="1293302"/>
          </a:xfrm>
          <a:custGeom>
            <a:avLst/>
            <a:gdLst/>
            <a:ahLst/>
            <a:cxnLst/>
            <a:rect r="r" b="b" t="t" l="l"/>
            <a:pathLst>
              <a:path h="1293302" w="1197921">
                <a:moveTo>
                  <a:pt x="0" y="0"/>
                </a:moveTo>
                <a:lnTo>
                  <a:pt x="1197921" y="0"/>
                </a:lnTo>
                <a:lnTo>
                  <a:pt x="1197921" y="1293302"/>
                </a:lnTo>
                <a:lnTo>
                  <a:pt x="0" y="129330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292817">
            <a:off x="4364014" y="471662"/>
            <a:ext cx="1451191" cy="1451191"/>
          </a:xfrm>
          <a:custGeom>
            <a:avLst/>
            <a:gdLst/>
            <a:ahLst/>
            <a:cxnLst/>
            <a:rect r="r" b="b" t="t" l="l"/>
            <a:pathLst>
              <a:path h="1451191" w="1451191">
                <a:moveTo>
                  <a:pt x="0" y="0"/>
                </a:moveTo>
                <a:lnTo>
                  <a:pt x="1451192" y="0"/>
                </a:lnTo>
                <a:lnTo>
                  <a:pt x="1451192" y="1451191"/>
                </a:lnTo>
                <a:lnTo>
                  <a:pt x="0" y="14511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29694">
            <a:off x="5698283" y="691050"/>
            <a:ext cx="1924383" cy="1580154"/>
          </a:xfrm>
          <a:custGeom>
            <a:avLst/>
            <a:gdLst/>
            <a:ahLst/>
            <a:cxnLst/>
            <a:rect r="r" b="b" t="t" l="l"/>
            <a:pathLst>
              <a:path h="1580154" w="1924383">
                <a:moveTo>
                  <a:pt x="0" y="0"/>
                </a:moveTo>
                <a:lnTo>
                  <a:pt x="1924383" y="0"/>
                </a:lnTo>
                <a:lnTo>
                  <a:pt x="1924383" y="1580155"/>
                </a:lnTo>
                <a:lnTo>
                  <a:pt x="0" y="15801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9537590">
            <a:off x="7502606" y="94212"/>
            <a:ext cx="1328557" cy="1323575"/>
          </a:xfrm>
          <a:custGeom>
            <a:avLst/>
            <a:gdLst/>
            <a:ahLst/>
            <a:cxnLst/>
            <a:rect r="r" b="b" t="t" l="l"/>
            <a:pathLst>
              <a:path h="1323575" w="1328557">
                <a:moveTo>
                  <a:pt x="0" y="0"/>
                </a:moveTo>
                <a:lnTo>
                  <a:pt x="1328558" y="0"/>
                </a:lnTo>
                <a:lnTo>
                  <a:pt x="1328558" y="1323576"/>
                </a:lnTo>
                <a:lnTo>
                  <a:pt x="0" y="132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4677610">
            <a:off x="8848562" y="188957"/>
            <a:ext cx="1676298" cy="1594007"/>
          </a:xfrm>
          <a:custGeom>
            <a:avLst/>
            <a:gdLst/>
            <a:ahLst/>
            <a:cxnLst/>
            <a:rect r="r" b="b" t="t" l="l"/>
            <a:pathLst>
              <a:path h="1594007" w="1676298">
                <a:moveTo>
                  <a:pt x="1676298" y="1594007"/>
                </a:moveTo>
                <a:lnTo>
                  <a:pt x="0" y="1594007"/>
                </a:lnTo>
                <a:lnTo>
                  <a:pt x="0" y="0"/>
                </a:lnTo>
                <a:lnTo>
                  <a:pt x="1676298" y="0"/>
                </a:lnTo>
                <a:lnTo>
                  <a:pt x="1676298" y="159400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90441">
            <a:off x="3278203" y="282272"/>
            <a:ext cx="1087250" cy="1277239"/>
          </a:xfrm>
          <a:custGeom>
            <a:avLst/>
            <a:gdLst/>
            <a:ahLst/>
            <a:cxnLst/>
            <a:rect r="r" b="b" t="t" l="l"/>
            <a:pathLst>
              <a:path h="1277239" w="1087250">
                <a:moveTo>
                  <a:pt x="0" y="0"/>
                </a:moveTo>
                <a:lnTo>
                  <a:pt x="1087250" y="0"/>
                </a:lnTo>
                <a:lnTo>
                  <a:pt x="1087250" y="1277239"/>
                </a:lnTo>
                <a:lnTo>
                  <a:pt x="0" y="12772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-8497175">
            <a:off x="5736657" y="5416754"/>
            <a:ext cx="1655452" cy="1655452"/>
          </a:xfrm>
          <a:custGeom>
            <a:avLst/>
            <a:gdLst/>
            <a:ahLst/>
            <a:cxnLst/>
            <a:rect r="r" b="b" t="t" l="l"/>
            <a:pathLst>
              <a:path h="1655452" w="1655452">
                <a:moveTo>
                  <a:pt x="0" y="0"/>
                </a:moveTo>
                <a:lnTo>
                  <a:pt x="1655452" y="0"/>
                </a:lnTo>
                <a:lnTo>
                  <a:pt x="1655452" y="1655452"/>
                </a:lnTo>
                <a:lnTo>
                  <a:pt x="0" y="16554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233944" y="3263904"/>
            <a:ext cx="6224111" cy="91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strike="noStrike" u="none">
                <a:solidFill>
                  <a:srgbClr val="FFFFFF">
                    <a:alpha val="80000"/>
                  </a:srgbClr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APAction</a:t>
            </a:r>
            <a:r>
              <a:rPr lang="en-US" b="true" sz="5300" strike="noStrike" u="none">
                <a:solidFill>
                  <a:srgbClr val="FFFFFF">
                    <a:alpha val="80000"/>
                  </a:srgbClr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ou vérité</a:t>
            </a:r>
            <a:r>
              <a:rPr lang="en-US" b="true" sz="5300" strike="noStrike" u="none">
                <a:solidFill>
                  <a:srgbClr val="FFFFFF">
                    <a:alpha val="80000"/>
                  </a:srgbClr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</a:p>
        </p:txBody>
      </p:sp>
      <p:sp>
        <p:nvSpPr>
          <p:cNvPr name="Freeform 23" id="23"/>
          <p:cNvSpPr/>
          <p:nvPr/>
        </p:nvSpPr>
        <p:spPr>
          <a:xfrm flipH="true" flipV="true" rot="-243424">
            <a:off x="-1180681" y="-197384"/>
            <a:ext cx="4373610" cy="3872632"/>
          </a:xfrm>
          <a:custGeom>
            <a:avLst/>
            <a:gdLst/>
            <a:ahLst/>
            <a:cxnLst/>
            <a:rect r="r" b="b" t="t" l="l"/>
            <a:pathLst>
              <a:path h="3872632" w="4373610">
                <a:moveTo>
                  <a:pt x="4373610" y="3872632"/>
                </a:moveTo>
                <a:lnTo>
                  <a:pt x="0" y="3872632"/>
                </a:lnTo>
                <a:lnTo>
                  <a:pt x="0" y="0"/>
                </a:lnTo>
                <a:lnTo>
                  <a:pt x="4373610" y="0"/>
                </a:lnTo>
                <a:lnTo>
                  <a:pt x="4373610" y="3872632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370194">
            <a:off x="-2296241" y="-315875"/>
            <a:ext cx="4373610" cy="3872632"/>
          </a:xfrm>
          <a:custGeom>
            <a:avLst/>
            <a:gdLst/>
            <a:ahLst/>
            <a:cxnLst/>
            <a:rect r="r" b="b" t="t" l="l"/>
            <a:pathLst>
              <a:path h="3872632" w="4373610">
                <a:moveTo>
                  <a:pt x="4373609" y="3872632"/>
                </a:moveTo>
                <a:lnTo>
                  <a:pt x="0" y="3872632"/>
                </a:lnTo>
                <a:lnTo>
                  <a:pt x="0" y="0"/>
                </a:lnTo>
                <a:lnTo>
                  <a:pt x="4373609" y="0"/>
                </a:lnTo>
                <a:lnTo>
                  <a:pt x="4373609" y="3872632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8100000">
            <a:off x="9173763" y="739361"/>
            <a:ext cx="928846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Arrivée</a:t>
            </a:r>
          </a:p>
        </p:txBody>
      </p:sp>
      <p:sp>
        <p:nvSpPr>
          <p:cNvPr name="TextBox 26" id="26"/>
          <p:cNvSpPr txBox="true"/>
          <p:nvPr/>
        </p:nvSpPr>
        <p:spPr>
          <a:xfrm rot="2914985">
            <a:off x="578177" y="6138552"/>
            <a:ext cx="928846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Départ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759169" y="7297318"/>
            <a:ext cx="2736233" cy="183121"/>
            <a:chOff x="0" y="0"/>
            <a:chExt cx="3648311" cy="24416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773701" y="-3860"/>
              <a:ext cx="28746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trike="noStrike" u="none">
                  <a:solidFill>
                    <a:srgbClr val="4B2684"/>
                  </a:solidFill>
                  <a:latin typeface="Open Sans"/>
                  <a:ea typeface="Open Sans"/>
                  <a:cs typeface="Open Sans"/>
                  <a:sym typeface="Open Sans"/>
                </a:rPr>
                <a:t>Infothèque </a:t>
              </a:r>
              <a:r>
                <a:rPr lang="en-US" sz="1000" strike="noStrike" u="none">
                  <a:solidFill>
                    <a:srgbClr val="4B2684"/>
                  </a:solidFill>
                  <a:latin typeface="Open Sans"/>
                  <a:ea typeface="Open Sans"/>
                  <a:cs typeface="Open Sans"/>
                  <a:sym typeface="Open Sans"/>
                </a:rPr>
                <a:t>de la </a:t>
              </a:r>
              <a:r>
                <a:rPr lang="en-US" sz="1000" strike="noStrike" u="none">
                  <a:solidFill>
                    <a:srgbClr val="4B2684"/>
                  </a:solidFill>
                  <a:latin typeface="Open Sans"/>
                  <a:ea typeface="Open Sans"/>
                  <a:cs typeface="Open Sans"/>
                  <a:sym typeface="Open Sans"/>
                </a:rPr>
                <a:t>HETS</a:t>
              </a:r>
              <a:r>
                <a:rPr lang="en-US" sz="1000" strike="noStrike" u="none">
                  <a:solidFill>
                    <a:srgbClr val="4B2684"/>
                  </a:solidFill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r>
                <a:rPr lang="en-US" sz="1000" strike="noStrike" u="none">
                  <a:solidFill>
                    <a:srgbClr val="4B2684"/>
                  </a:solidFill>
                  <a:latin typeface="Open Sans"/>
                  <a:ea typeface="Open Sans"/>
                  <a:cs typeface="Open Sans"/>
                  <a:sym typeface="Open Sans"/>
                </a:rPr>
                <a:t>Genève, 202</a:t>
              </a:r>
              <a:r>
                <a:rPr lang="en-US" sz="1000" strike="noStrike" u="none">
                  <a:solidFill>
                    <a:srgbClr val="4B2684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023" cy="244162"/>
            </a:xfrm>
            <a:custGeom>
              <a:avLst/>
              <a:gdLst/>
              <a:ahLst/>
              <a:cxnLst/>
              <a:rect r="r" b="b" t="t" l="l"/>
              <a:pathLst>
                <a:path h="244162" w="731023">
                  <a:moveTo>
                    <a:pt x="0" y="0"/>
                  </a:moveTo>
                  <a:lnTo>
                    <a:pt x="731023" y="0"/>
                  </a:lnTo>
                  <a:lnTo>
                    <a:pt x="731023" y="244162"/>
                  </a:lnTo>
                  <a:lnTo>
                    <a:pt x="0" y="244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DAGwCDogt_Y</dc:identifier>
  <dcterms:modified xsi:type="dcterms:W3CDTF">2011-08-01T06:04:30Z</dcterms:modified>
  <cp:revision>1</cp:revision>
  <dc:title>Jeu_plateau_APA</dc:title>
</cp:coreProperties>
</file>